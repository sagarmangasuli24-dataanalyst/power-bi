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285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C5F249-0CFA-7384-0170-325A4F134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83" y="1108364"/>
            <a:ext cx="11425382" cy="540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CA618E-53D4-1C90-A9C8-457ACD47F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5" y="1025236"/>
            <a:ext cx="11351490" cy="564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26C2C0-4A11-4C66-3CF8-F16232369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5" y="942109"/>
            <a:ext cx="11379200" cy="57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718</Words>
  <Application>Microsoft Office PowerPoint</Application>
  <PresentationFormat>Widescreen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Sagar</cp:lastModifiedBy>
  <cp:revision>13</cp:revision>
  <dcterms:created xsi:type="dcterms:W3CDTF">2023-10-07T01:44:58Z</dcterms:created>
  <dcterms:modified xsi:type="dcterms:W3CDTF">2026-01-25T04:54:35Z</dcterms:modified>
</cp:coreProperties>
</file>